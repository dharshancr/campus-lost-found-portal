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01.1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8"/>
            <a:ext cx="12191695" cy="6828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01.22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68"/>
            <a:ext cx="12191695" cy="68280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01.5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44"/>
            <a:ext cx="12191695" cy="68221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02.0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44"/>
            <a:ext cx="12191695" cy="68221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02.15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02.33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02.4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03.00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19.0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19.3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19.3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19.49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creenshot 2026-07-30 at 10.19.57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015"/>
            <a:ext cx="12191695" cy="68399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